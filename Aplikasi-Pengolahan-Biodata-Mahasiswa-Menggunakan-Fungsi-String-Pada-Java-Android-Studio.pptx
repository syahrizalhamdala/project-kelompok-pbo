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Syne Bold"/>
      <p:regular r:id="rId17"/>
    </p:embeddedFont>
    <p:embeddedFont>
      <p:font typeface="Overpass Light"/>
      <p:regular r:id="rId18"/>
    </p:embeddedFont>
    <p:embeddedFont>
      <p:font typeface="Overpass Bold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236911"/>
            <a:ext cx="4722763" cy="1550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Aplikasi Pengolahan Biodata Mahasiswa Menggunakan Fungsi String Pada Java Android Studio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2973139"/>
            <a:ext cx="4722763" cy="933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    Kelompok 1: Syahrizal Hamdalah, Javariau Bintang Muharram, Muhammad Sugih Yusuf,     Nazwa Azzahra, Mifta Siti Maryam   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Mata Kuliah: Pemrograman Mobile — Android Studio (Java) | Desain: modern minimalis, nuansa biru–putih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02679"/>
            <a:ext cx="3837756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Pengertian String di Java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496119" y="1098798"/>
            <a:ext cx="4722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    String adalah tipe data yang menyimpan urutan karakter (teks). Di Java, objek String     bersifat immutable — setiap operasi menghasilkan objek String baru. String digunakan untuk     menyimpan nama, alamat, pesan, dan data teks lain dalam aplikasi.   </a:t>
            </a:r>
            <a:endParaRPr lang="en-US" sz="9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833711"/>
            <a:ext cx="310083" cy="31008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6119" y="2298799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Fungsi Bawaan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96119" y="2567062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Java menyediakan banyak method seperti length(), substring(), indexOf(), trim(), toUpperCase(), toLowerCase() untuk memproses teks.</a:t>
            </a:r>
            <a:endParaRPr lang="en-US" sz="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212009"/>
            <a:ext cx="310083" cy="31008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6119" y="3677096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Penerapan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496119" y="3945359"/>
            <a:ext cx="4722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Penggunaan String dalam android studio Dalam aplikasi kami, String dipakai untuk memproses biodata mahasiswa: hitung panjang nama, ubah huruf, ekstrak bagian nama, dan cari posisi karakter.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9884" y="269304"/>
            <a:ext cx="2456185" cy="237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Penjelasan Aplikasi</a:t>
            </a:r>
            <a:endParaRPr lang="en-US" sz="1450" dirty="0"/>
          </a:p>
        </p:txBody>
      </p:sp>
      <p:sp>
        <p:nvSpPr>
          <p:cNvPr id="4" name="Text 1"/>
          <p:cNvSpPr/>
          <p:nvPr/>
        </p:nvSpPr>
        <p:spPr>
          <a:xfrm>
            <a:off x="379884" y="615776"/>
            <a:ext cx="4955232" cy="402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    Aplikasi dibuat menggunakan Java di Android Studio. Tujuan: memproses biodata mahasiswa dengan     fungsi-fungsi String sehingga hasil (jumlah karakter, versi kapital/kecil, substring, posisi huruf)     dapat ditampilkan secara real-time pada antarmuka Android.   </a:t>
            </a:r>
            <a:endParaRPr lang="en-US" sz="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148" y="1099840"/>
            <a:ext cx="4482703" cy="3558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448806" y="2494709"/>
            <a:ext cx="805582" cy="736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Input → Processing → Output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3012690" y="1458668"/>
            <a:ext cx="1427047" cy="18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User input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3241290" y="1695267"/>
            <a:ext cx="1198447" cy="260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EditText for name entry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15107" y="1458668"/>
            <a:ext cx="1427047" cy="18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Index search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1243707" y="1695267"/>
            <a:ext cx="1198447" cy="260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Find character positions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243707" y="3704720"/>
            <a:ext cx="1198447" cy="3684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Case transforms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1243707" y="4125522"/>
            <a:ext cx="1198447" cy="260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toUpperCase and toLowerCase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3012690" y="3861907"/>
            <a:ext cx="1427047" cy="18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Length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3012690" y="4098506"/>
            <a:ext cx="1427047" cy="130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Count characters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444953" y="2611371"/>
            <a:ext cx="1453245" cy="18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Trim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3673553" y="2847970"/>
            <a:ext cx="1224645" cy="260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Remove leading/trailing spaces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76294" y="2683006"/>
            <a:ext cx="1453245" cy="18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Substring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576294" y="2919605"/>
            <a:ext cx="1453245" cy="130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Extract name parts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79884" y="4740101"/>
            <a:ext cx="5412432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Interaksi: pengguna memasukkan nama dan huruf pencarian → aplikasi memproses → menampilkan hasil di layar.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3457"/>
            <a:ext cx="4460304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Fungsi String yang Digunakan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071563"/>
            <a:ext cx="557213" cy="5572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8336" y="1071563"/>
            <a:ext cx="166665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length()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08336" y="1339825"/>
            <a:ext cx="1209452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Mengembalikan jumlah karakter pada String termasuk spasi internal (tetapi bukan spasi di awal/akhir jika belum di-trim).</a:t>
            </a:r>
            <a:endParaRPr lang="en-US" sz="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2792" y="1071563"/>
            <a:ext cx="557213" cy="5572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85009" y="1071563"/>
            <a:ext cx="1209452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toUpperCase()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285009" y="1533674"/>
            <a:ext cx="1209452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Mengubah seluruh huruf menjadi kapital. Berguna untuk normalisasi teks sebelum perbandingan.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465" y="1071563"/>
            <a:ext cx="557213" cy="5572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61682" y="1071563"/>
            <a:ext cx="1209452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toLowerCase()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361682" y="1533674"/>
            <a:ext cx="1209452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Mengubah seluruh huruf menjadi huruf kecil untuk pencocokan case-insensitive.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138" y="1071563"/>
            <a:ext cx="557287" cy="55728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38430" y="1071563"/>
            <a:ext cx="166665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trim()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7438430" y="1339825"/>
            <a:ext cx="1209452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Menghapus spasi di awal dan akhir string—penting untuk membersihkan input pengguna.</a:t>
            </a:r>
            <a:endParaRPr lang="en-US" sz="9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2972470"/>
            <a:ext cx="557213" cy="55721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08336" y="2972470"/>
            <a:ext cx="166665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substring()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1208336" y="3240732"/>
            <a:ext cx="1209452" cy="13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Mengekstrak bagian teks berdasarkan indeks awal (dan opsional akhir). Berguna untuk mengambil potongan nama.</a:t>
            </a:r>
            <a:endParaRPr lang="en-US" sz="9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2792" y="2972470"/>
            <a:ext cx="557213" cy="55721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285009" y="2972470"/>
            <a:ext cx="166665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indexOf()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3285009" y="3240732"/>
            <a:ext cx="1209452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Mencari posisi karakter atau substring pertama kali muncul; mengembalikan -1 jika tidak ditemukan.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9987" y="107900"/>
            <a:ext cx="2161952" cy="49276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96119" y="861715"/>
            <a:ext cx="3115791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Penjelasan: length()</a:t>
            </a:r>
            <a:endParaRPr lang="en-US" sz="1950" dirty="0"/>
          </a:p>
        </p:txBody>
      </p:sp>
      <p:sp>
        <p:nvSpPr>
          <p:cNvPr id="5" name="Text 1"/>
          <p:cNvSpPr/>
          <p:nvPr/>
        </p:nvSpPr>
        <p:spPr>
          <a:xfrm>
            <a:off x="496119" y="1357833"/>
            <a:ext cx="5865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    length() mengembalikan jumlah karakter dalam sebuah String. Ini termasuk spasi internal, tanda baca, dan karakter Unicode.     Praktik baik: gunakan trim() sebelum length() jika ingin mengabaikan spasi di awal/akhir.   </a:t>
            </a:r>
            <a:endParaRPr lang="en-US" sz="950" dirty="0"/>
          </a:p>
        </p:txBody>
      </p:sp>
      <p:sp>
        <p:nvSpPr>
          <p:cNvPr id="6" name="Shape 2"/>
          <p:cNvSpPr/>
          <p:nvPr/>
        </p:nvSpPr>
        <p:spPr>
          <a:xfrm>
            <a:off x="496119" y="2092747"/>
            <a:ext cx="5865763" cy="2188964"/>
          </a:xfrm>
          <a:prstGeom prst="roundRect">
            <a:avLst>
              <a:gd name="adj" fmla="val 2380"/>
            </a:avLst>
          </a:prstGeom>
          <a:solidFill>
            <a:srgbClr val="DDEEE6"/>
          </a:solidFill>
          <a:ln w="4763">
            <a:solidFill>
              <a:srgbClr val="C3D4C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24855" y="2221483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Penggunaan</a:t>
            </a:r>
            <a:endParaRPr lang="en-US" sz="1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55" y="2554858"/>
            <a:ext cx="5607621" cy="126012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24855" y="3954512"/>
            <a:ext cx="606549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9987" y="107900"/>
            <a:ext cx="2161952" cy="49276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96119" y="930473"/>
            <a:ext cx="4092997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Penjelasan: toUpperCase()</a:t>
            </a:r>
            <a:endParaRPr lang="en-US" sz="1950" dirty="0"/>
          </a:p>
        </p:txBody>
      </p:sp>
      <p:sp>
        <p:nvSpPr>
          <p:cNvPr id="5" name="Text 1"/>
          <p:cNvSpPr/>
          <p:nvPr/>
        </p:nvSpPr>
        <p:spPr>
          <a:xfrm>
            <a:off x="496119" y="1426592"/>
            <a:ext cx="5865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    toUpperCase() mengembalikan salinan string dengan semua huruf diubah menjadi kapital sesuai aturan locale default.     Berguna untuk normalisasi dan penampilan (mis. menampilkan nama lengkap dalam huruf kapital).   </a:t>
            </a:r>
            <a:endParaRPr lang="en-US" sz="950" dirty="0"/>
          </a:p>
        </p:txBody>
      </p:sp>
      <p:sp>
        <p:nvSpPr>
          <p:cNvPr id="6" name="Shape 2"/>
          <p:cNvSpPr/>
          <p:nvPr/>
        </p:nvSpPr>
        <p:spPr>
          <a:xfrm>
            <a:off x="496119" y="2161505"/>
            <a:ext cx="5865763" cy="2051447"/>
          </a:xfrm>
          <a:prstGeom prst="roundRect">
            <a:avLst>
              <a:gd name="adj" fmla="val 3343"/>
            </a:avLst>
          </a:prstGeom>
          <a:solidFill>
            <a:srgbClr val="FFFDE6"/>
          </a:solidFill>
          <a:ln w="14288">
            <a:solidFill>
              <a:srgbClr val="C3D4CC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81831" y="2161505"/>
            <a:ext cx="57150" cy="2051447"/>
          </a:xfrm>
          <a:prstGeom prst="roundRect">
            <a:avLst>
              <a:gd name="adj" fmla="val 91163"/>
            </a:avLst>
          </a:prstGeom>
          <a:solidFill>
            <a:srgbClr val="224435"/>
          </a:solidFill>
          <a:ln/>
        </p:spPr>
      </p:sp>
      <p:sp>
        <p:nvSpPr>
          <p:cNvPr id="8" name="Text 4"/>
          <p:cNvSpPr/>
          <p:nvPr/>
        </p:nvSpPr>
        <p:spPr>
          <a:xfrm>
            <a:off x="677242" y="2299767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Contoh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77242" y="2568029"/>
            <a:ext cx="600357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"java" → "JAVA"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42" y="2906018"/>
            <a:ext cx="5237485" cy="8306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77242" y="3876229"/>
            <a:ext cx="600357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286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87" y="107900"/>
            <a:ext cx="2161952" cy="49276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782119" y="996702"/>
            <a:ext cx="4089722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Penjelasan: toLowerCase()</a:t>
            </a:r>
            <a:endParaRPr lang="en-US" sz="1950" dirty="0"/>
          </a:p>
        </p:txBody>
      </p:sp>
      <p:sp>
        <p:nvSpPr>
          <p:cNvPr id="5" name="Text 1"/>
          <p:cNvSpPr/>
          <p:nvPr/>
        </p:nvSpPr>
        <p:spPr>
          <a:xfrm>
            <a:off x="2782119" y="1492821"/>
            <a:ext cx="5865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    toLowerCase() mengubah semua huruf menjadi huruf kecil. Digunakan untuk perbandingan bebas-case dan standardisasi input.     Pastikan mempertimbangkan locale bila bekerja dengan karakter non-ASCII.   </a:t>
            </a:r>
            <a:endParaRPr lang="en-US" sz="950" dirty="0"/>
          </a:p>
        </p:txBody>
      </p:sp>
      <p:sp>
        <p:nvSpPr>
          <p:cNvPr id="6" name="Shape 2"/>
          <p:cNvSpPr/>
          <p:nvPr/>
        </p:nvSpPr>
        <p:spPr>
          <a:xfrm>
            <a:off x="2782119" y="2029271"/>
            <a:ext cx="5865763" cy="2117527"/>
          </a:xfrm>
          <a:prstGeom prst="roundRect">
            <a:avLst>
              <a:gd name="adj" fmla="val 2460"/>
            </a:avLst>
          </a:prstGeom>
          <a:solidFill>
            <a:srgbClr val="DDEEE6"/>
          </a:solidFill>
          <a:ln w="4763">
            <a:solidFill>
              <a:srgbClr val="C3D4CC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910855" y="2158008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224435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13174" y="2260253"/>
            <a:ext cx="167432" cy="1674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910855" y="2654052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Pemakaian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2910855" y="2922315"/>
            <a:ext cx="606549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Normalisasi input pencarian nama agar pencarian case-insensitive.</a:t>
            </a:r>
            <a:endParaRPr lang="en-US" sz="9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0855" y="3260303"/>
            <a:ext cx="5607621" cy="7577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321" y="61987"/>
            <a:ext cx="2202284" cy="501952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96119" y="1102668"/>
            <a:ext cx="2938090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Penjelasan: trim()</a:t>
            </a:r>
            <a:endParaRPr lang="en-US" sz="1950" dirty="0"/>
          </a:p>
        </p:txBody>
      </p:sp>
      <p:sp>
        <p:nvSpPr>
          <p:cNvPr id="5" name="Text 1"/>
          <p:cNvSpPr/>
          <p:nvPr/>
        </p:nvSpPr>
        <p:spPr>
          <a:xfrm>
            <a:off x="496119" y="1598786"/>
            <a:ext cx="4722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    trim() menghapus spasi di awal dan akhir string. Sangat penting untuk membersihkan input pengguna sebelum pemrosesan     (validasi, perbandingan, penyimpanan ke database).   </a:t>
            </a:r>
            <a:endParaRPr lang="en-US" sz="9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333699"/>
            <a:ext cx="310083" cy="31008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96119" y="2798787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Contoh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496119" y="3067050"/>
            <a:ext cx="5179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" java " → "java"</a:t>
            </a:r>
            <a:endParaRPr lang="en-US" sz="9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3405039"/>
            <a:ext cx="3512046" cy="6357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321" y="61987"/>
            <a:ext cx="2202284" cy="501952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96119" y="1057796"/>
            <a:ext cx="4722763" cy="62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Penjelasan: substring() dan indexOf()</a:t>
            </a:r>
            <a:endParaRPr lang="en-US" sz="1950" dirty="0"/>
          </a:p>
        </p:txBody>
      </p:sp>
      <p:sp>
        <p:nvSpPr>
          <p:cNvPr id="5" name="Text 1"/>
          <p:cNvSpPr/>
          <p:nvPr/>
        </p:nvSpPr>
        <p:spPr>
          <a:xfrm>
            <a:off x="496119" y="1863998"/>
            <a:ext cx="4722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    substring(start, end) mengambil potongan teks berdasarkan indeks. Indeks dimulai dari 0.     indexOf(target) mengembalikan posisi pertama kemunculan target, atau -1 jika tidak ditemukan.   </a:t>
            </a:r>
            <a:endParaRPr lang="en-US" sz="950" dirty="0"/>
          </a:p>
        </p:txBody>
      </p:sp>
      <p:sp>
        <p:nvSpPr>
          <p:cNvPr id="6" name="Text 2"/>
          <p:cNvSpPr/>
          <p:nvPr/>
        </p:nvSpPr>
        <p:spPr>
          <a:xfrm>
            <a:off x="496119" y="2722885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substring()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96119" y="3040707"/>
            <a:ext cx="221009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Contoh: "Bintang".substring(0,5) → "Binta"  (indeks: B=0, i=1, n=2, t=3, a=4)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3013546" y="2722885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indexOf()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013546" y="3040707"/>
            <a:ext cx="221009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Contoh: "java".indexOf("v") → 2. Jika tidak ada → -1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496119" y="3688779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Penggunaan gabungan: cari posisi dengan indexOf(), lalu ekstrak bagian tertentu dengan substring() untuk mengekstrak nama depan atau inisial.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6531" y="170557"/>
            <a:ext cx="3119065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Potongan Code (Contoh Implementasi)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126531" y="372070"/>
            <a:ext cx="4890939" cy="5773787"/>
          </a:xfrm>
          <a:prstGeom prst="roundRect">
            <a:avLst>
              <a:gd name="adj" fmla="val 533"/>
            </a:avLst>
          </a:prstGeom>
          <a:solidFill>
            <a:srgbClr val="F2F0D9"/>
          </a:solidFill>
          <a:ln/>
        </p:spPr>
      </p:sp>
      <p:sp>
        <p:nvSpPr>
          <p:cNvPr id="4" name="Shape 2"/>
          <p:cNvSpPr/>
          <p:nvPr/>
        </p:nvSpPr>
        <p:spPr>
          <a:xfrm>
            <a:off x="2123480" y="372070"/>
            <a:ext cx="4897041" cy="5773787"/>
          </a:xfrm>
          <a:prstGeom prst="roundRect">
            <a:avLst>
              <a:gd name="adj" fmla="val 190"/>
            </a:avLst>
          </a:prstGeom>
          <a:solidFill>
            <a:srgbClr val="F2F0D9"/>
          </a:solidFill>
          <a:ln/>
        </p:spPr>
      </p:sp>
      <p:sp>
        <p:nvSpPr>
          <p:cNvPr id="5" name="Text 3"/>
          <p:cNvSpPr/>
          <p:nvPr/>
        </p:nvSpPr>
        <p:spPr>
          <a:xfrm>
            <a:off x="2200945" y="434057"/>
            <a:ext cx="4742111" cy="5649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package com.example.myapplication;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import android.os.Bundle;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import android.view.View;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import android.widget.EditText;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import android.widget.TextView;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import androidx.activity.EdgeToEdge;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import androidx.appcompat.app.AppCompatActivity;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import androidx.core.graphics.Insets;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import androidx.core.view.ViewCompat;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import androidx.core.view.WindowInsetsCompat;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import android.widget.Toast;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public class MainActivity extends AppCompatActivity {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@Override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protected void onCreate(Bundle savedInstanceState) {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super.onCreate(savedInstanceState);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EdgeToEdge.enable(this);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setContentView(R.layout.activity_main);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}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public void ubah(View view) {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// identifire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final EditText nama = findViewById(R.id.Nama);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final TextView lbl = findViewById(R.id.lbl);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final EditText cari = findViewById(R.id.cariHuruf);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// disini kita ambil text yang di tulisakn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String pesan = nama.getText().toString();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String hurufcari = cari.getText().toString();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//fungsi string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int panjang = pesan.length();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String besar = pesan.toUpperCase();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String kecil = pesan.toLowerCase();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String trim = pesan.trim();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String sub ;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if(pesan.length() &gt;=5){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    sub = pesan.substring(0,5);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}else if(pesan.length() &gt;=1){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    sub = "huruf kurang dari lima huruf";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}else{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    Toast.makeText(this,"input tidak boleh kosong!",Toast.LENGTH_SHORT).show();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    return;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}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int posisi = pesan.indexOf(hurufcari);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String hasilposisi;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if(posisi == -1){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    Toast.makeText(this,"huruf tidak ditemukan!",Toast.LENGTH_SHORT).show();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    return;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}else {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    hasilposisi = String.valueOf(posisi);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}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// disini kita akan menampilkan hasil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String hasil = "nama asli : "+pesan+" \n\njumlah huruf : "+panjang+" \n\nbesar huruf : " + besar+"\n\n huruf kecil : " + kecil+"\n\ntrim : "+trim+"\n\nsubstring : "+sub+ "\n\nhuruf yang dicari : "+hurufcari+"\n\nposisi : "+hasilposisi;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// main code/ atau kita menampilkan dari edit text  ke text view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lbl.setText(hasil);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}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73A49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}</a:t>
            </a:r>
            <a:endParaRPr lang="en-US" sz="450" dirty="0"/>
          </a:p>
        </p:txBody>
      </p:sp>
      <p:sp>
        <p:nvSpPr>
          <p:cNvPr id="6" name="Text 4"/>
          <p:cNvSpPr/>
          <p:nvPr/>
        </p:nvSpPr>
        <p:spPr>
          <a:xfrm>
            <a:off x="2126531" y="6180683"/>
            <a:ext cx="5348139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Gaya: tema gelap, syntax highlight, kartu kode dengan rounded corners. Gunakan praktik validasi input sebelum pemrosesan.</a:t>
            </a:r>
            <a:endParaRPr lang="en-US" sz="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2026-05-19T20:57:59Z</dcterms:created>
  <dcterms:modified xsi:type="dcterms:W3CDTF">2026-05-19T20:57:59Z</dcterms:modified>
</cp:coreProperties>
</file>